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974-347A-72C5-2591-94A13CB71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340C9-4D16-8594-44C9-0932A0E33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1E422-A773-5F77-9086-A774D5E3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D357A-FE8C-043C-22C1-AE7FCF5E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D30A9-A5F2-5CE8-B347-F891C70C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3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0657-BC7A-AC6D-25A6-36BFE20E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5839B-FC4F-F82B-E930-BCE3EE2BA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7E160-81F2-70D0-D0FF-FE59FC05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FBF3-8986-DC08-2C76-4A558033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164E9-B3B0-B7B1-566F-0EA76F4A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3FF8-A7D0-210E-0C98-869F47B0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0EB95-028A-87E0-A2CC-34A209379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7A56-977C-6222-ABAA-C3826EC3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297A3-85FA-00D1-AF40-42955BF0C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DD82-7E5D-CA7A-4CAA-D546ED66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9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1643-26A9-5A3C-AE88-F06493CE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3910-EA36-6AAD-161A-A0E2367D9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BE1FD-66D6-787A-44E5-31BF9104D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950EA-18C6-D10A-4294-FA863873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3A3A4-815D-9C57-7F91-55D84FA2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68836-4C26-E4E4-8875-C143004A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3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44F1-F824-A0A8-78A3-407461AB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BD77-911A-6B71-C11B-E3342F0CF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679CA-753D-17E6-0187-18933BC2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25A36-A3C2-641C-DECC-97AA8C7E2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057C0-CA64-FA00-06F2-FE39A4CE9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A6C89-870A-82AC-05D2-26BFD62D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E26E2-6726-F02E-497D-5440CF7F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3A503-BBA0-6BD1-92D5-AD0D4D7E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8681-D2D3-402A-FF6F-C0411506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846F5-94C2-C7CB-53E5-054D3400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12FAE-4BCF-BE68-FE96-161AABDA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D7295-5303-851B-368A-3FFBAFE6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6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E1376-0932-6C46-D0A9-3ED08B87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F7D60-0774-5170-0529-E09FD62E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19479-F110-5E23-66D7-8F64936A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9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877E-6C30-0596-5210-3EFFA2BC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8991D-EFF1-65C6-52DF-BB0EC267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40121-6479-A252-EEF8-C6966D6F8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F8C1A-1012-AD27-8CF1-A2F8C9F7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CF507-398D-29F8-A20F-72E2826D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A8F02-A668-B811-A3CC-4AFEE2D9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8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43F8-6590-8A1F-B0B7-375A6EEA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CF03E-F57A-B448-AA47-C9A2B86D4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65FCB-A2CE-A422-286A-839A24B02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0279C-7B86-D60E-513E-2D778E28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0FF5B-E0DA-EAF5-C711-A6D1EE20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EF6FA-771D-0FDE-1F7A-3109C73D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2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25BA-1F82-83B1-9CA3-86329939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5C4D6-1D64-8634-5B80-F133583F8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566A-84E2-F23B-0BC6-FA1B4DBC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E1F45-671D-F8D6-1B31-3C61E2CC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30409-003F-77E4-AB88-5884621C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1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C42137-A2D9-3B46-8D44-B7A001F0C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7EFF5-C158-0F67-CC59-612BEBAA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21460-FF4F-52D4-FCE4-85AD4F2C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45088-1B1B-246F-29E6-F3359D77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A8871-E237-AD44-0D7D-F8A4F567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0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6F802-3191-C54C-BB63-0E95B9E3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C143D-48D0-30F5-2F29-B32C1E7FA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4A939-8BE0-89D3-47E3-CEB8BDFA0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66D7-1091-411C-A3FD-88D8B031099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3EA9-4659-6E32-CFFB-312C9F193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3A339-2E4E-0333-6B65-015FBB63D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21538-3B76-42D7-A63F-F0BDD32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4B3D4-876F-654A-33D0-FA6071261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ill Sans Ultra Bold" panose="020B0A02020104020203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Social </a:t>
            </a:r>
            <a:r>
              <a:rPr lang="en-US" dirty="0" err="1">
                <a:latin typeface="Gill Sans Ultra Bold" panose="020B0A02020104020203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Plugz</a:t>
            </a:r>
            <a:endParaRPr lang="en-US" dirty="0">
              <a:latin typeface="Gill Sans Ultra Bold" panose="020B0A02020104020203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4C7F9-4C17-C541-11C8-BE347210A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Nhlamulo Mangena</a:t>
            </a:r>
          </a:p>
          <a:p>
            <a:r>
              <a:rPr lang="en-US" dirty="0">
                <a:latin typeface="+mj-lt"/>
              </a:rPr>
              <a:t>ST10125976</a:t>
            </a:r>
          </a:p>
          <a:p>
            <a:r>
              <a:rPr lang="en-US" dirty="0">
                <a:latin typeface="+mj-lt"/>
              </a:rPr>
              <a:t>IMAD5112A1</a:t>
            </a:r>
          </a:p>
          <a:p>
            <a:r>
              <a:rPr lang="en-US" dirty="0">
                <a:latin typeface="+mj-lt"/>
              </a:rPr>
              <a:t>Assignment 1</a:t>
            </a:r>
          </a:p>
        </p:txBody>
      </p:sp>
    </p:spTree>
    <p:extLst>
      <p:ext uri="{BB962C8B-B14F-4D97-AF65-F5344CB8AC3E}">
        <p14:creationId xmlns:p14="http://schemas.microsoft.com/office/powerpoint/2010/main" val="215330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D76C-8A92-D774-622F-8420CA15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Gill Sans Ultra Bold" panose="020B0A02020104020203" pitchFamily="34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BC7E-48A0-19B3-5935-5CDA4E47D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sz="4800" dirty="0">
                <a:latin typeface="Gill Sans Ultra Bold" panose="020B0A02020104020203" pitchFamily="34" charset="0"/>
              </a:rPr>
              <a:t>Introduction</a:t>
            </a:r>
          </a:p>
          <a:p>
            <a:r>
              <a:rPr lang="en-US" sz="4800" dirty="0">
                <a:latin typeface="Gill Sans Ultra Bold" panose="020B0A02020104020203" pitchFamily="34" charset="0"/>
              </a:rPr>
              <a:t>Purpose of the App</a:t>
            </a:r>
          </a:p>
          <a:p>
            <a:r>
              <a:rPr lang="en-US" sz="4800" dirty="0">
                <a:latin typeface="Gill Sans Ultra Bold" panose="020B0A02020104020203" pitchFamily="34" charset="0"/>
              </a:rPr>
              <a:t>Features</a:t>
            </a:r>
          </a:p>
          <a:p>
            <a:r>
              <a:rPr lang="en-US" sz="4800" dirty="0">
                <a:latin typeface="Gill Sans Ultra Bold" panose="020B0A02020104020203" pitchFamily="34" charset="0"/>
              </a:rPr>
              <a:t>Functions</a:t>
            </a:r>
          </a:p>
          <a:p>
            <a:endParaRPr lang="en-US" sz="4800" dirty="0">
              <a:latin typeface="Gill Sans Ultra Bold" panose="020B0A020201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1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53B5-CEC0-8C78-653A-A1FB72A5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Gill Sans Ultra Bold" panose="020B0A02020104020203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81AD-8E04-01CC-73E4-BF55550D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0862"/>
            <a:ext cx="4510548" cy="4024569"/>
          </a:xfrm>
        </p:spPr>
        <p:txBody>
          <a:bodyPr>
            <a:normAutofit/>
          </a:bodyPr>
          <a:lstStyle/>
          <a:p>
            <a:r>
              <a:rPr lang="en-US" sz="3600" b="1" dirty="0"/>
              <a:t>Social </a:t>
            </a:r>
            <a:r>
              <a:rPr lang="en-US" sz="3600" b="1" dirty="0" err="1"/>
              <a:t>Plugz</a:t>
            </a:r>
            <a:r>
              <a:rPr lang="en-US" sz="3600" b="1" dirty="0"/>
              <a:t> </a:t>
            </a:r>
            <a:r>
              <a:rPr lang="en-US" sz="3600" dirty="0"/>
              <a:t>is a fully functional Android app that uses an if statement to provide small “social sparks” based on the time of the day.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BEB7F4-7F3F-EB94-AC71-E932B25B2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574" y="1828800"/>
            <a:ext cx="3862362" cy="481109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7769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8AB0-69CF-3EDD-83B6-604DCD36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Gill Sans Ultra Bold" panose="020B0A02020104020203" pitchFamily="34" charset="0"/>
              </a:rPr>
              <a:t>Purpose of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8F93-7294-EADC-6542-953AECDF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3168" cy="4351338"/>
          </a:xfrm>
        </p:spPr>
        <p:txBody>
          <a:bodyPr>
            <a:noAutofit/>
          </a:bodyPr>
          <a:lstStyle/>
          <a:p>
            <a:r>
              <a:rPr lang="en-US" dirty="0"/>
              <a:t>The Purpose of this App is to give users suggestions or actions/ tasks they can accomplish upon entering the specific time of the day.</a:t>
            </a:r>
          </a:p>
          <a:p>
            <a:r>
              <a:rPr lang="en-US" dirty="0"/>
              <a:t>This app can help stay connected while providing users with a specific task they can complete in the specific time of the 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9CBB35-7101-39B2-E432-CE2C24F55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4"/>
            <a:ext cx="3206160" cy="46688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605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2F74-312F-4E99-CF0B-1BB94CAD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ill Sans Ultra Bold" panose="020B0A02020104020203" pitchFamily="34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3D14B-CA45-0924-D37C-CA8191D46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781"/>
            <a:ext cx="5149645" cy="4667250"/>
          </a:xfrm>
        </p:spPr>
        <p:txBody>
          <a:bodyPr>
            <a:noAutofit/>
          </a:bodyPr>
          <a:lstStyle/>
          <a:p>
            <a:r>
              <a:rPr lang="en-US" dirty="0"/>
              <a:t>This App consists of a customized text field with a “Enter time of the day” prompt to users.</a:t>
            </a:r>
          </a:p>
          <a:p>
            <a:r>
              <a:rPr lang="en-US" dirty="0"/>
              <a:t>It also has 2 buttons namely Suggest and Clear</a:t>
            </a:r>
          </a:p>
          <a:p>
            <a:r>
              <a:rPr lang="en-US" dirty="0"/>
              <a:t>The app lastly consists of an output field where users can read/see the suggestion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21A41-B8A1-3B86-6EE8-040D93418CBC}"/>
              </a:ext>
            </a:extLst>
          </p:cNvPr>
          <p:cNvSpPr txBox="1"/>
          <p:nvPr/>
        </p:nvSpPr>
        <p:spPr>
          <a:xfrm>
            <a:off x="6567948" y="2005781"/>
            <a:ext cx="3441291" cy="4041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32D45-5D7B-DD71-6E56-1C21A8B62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79" y="1577245"/>
            <a:ext cx="2880544" cy="49156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81309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FB7D-01C8-71E4-AAC3-A2D97F06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ill Sans Ultra Bold" panose="020B0A02020104020203" pitchFamily="34" charset="0"/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A253D-FB3B-94D9-99BB-E08A4C6E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1490" cy="466725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This App’s main function is to output suggestions based on the user’s time of the day input.</a:t>
            </a:r>
          </a:p>
          <a:p>
            <a:r>
              <a:rPr lang="en-US" sz="2400" dirty="0"/>
              <a:t>Suggest button is used to send the user input into the code in order to display the corresponding task for the specific time of the day.</a:t>
            </a:r>
          </a:p>
          <a:p>
            <a:r>
              <a:rPr lang="en-US" sz="2400" dirty="0"/>
              <a:t>Eg, User input “Morning” the App will display “Send a Good morning text”.</a:t>
            </a:r>
          </a:p>
          <a:p>
            <a:r>
              <a:rPr lang="en-US" sz="2400" dirty="0"/>
              <a:t>Clear button is used to erase/clear the current display of information, both input and output field.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4DD0C-0486-EB4E-3665-CEA9C6DF2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07" y="1524001"/>
            <a:ext cx="3712808" cy="507761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4835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8D60-BC37-8C44-EF7D-F4D84BAB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ill Sans Ultra Bold" panose="020B0A020201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1986-19A4-C79E-1993-AA70EA2E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2838348"/>
            <a:ext cx="10515600" cy="4351338"/>
          </a:xfrm>
        </p:spPr>
        <p:txBody>
          <a:bodyPr>
            <a:normAutofit/>
          </a:bodyPr>
          <a:lstStyle/>
          <a:p>
            <a:r>
              <a:rPr lang="en-US" sz="4400" dirty="0"/>
              <a:t>In conclusion, </a:t>
            </a:r>
            <a:r>
              <a:rPr lang="en-US" sz="4400" b="1" dirty="0"/>
              <a:t>Social </a:t>
            </a:r>
            <a:r>
              <a:rPr lang="en-US" sz="4400" b="1" dirty="0" err="1"/>
              <a:t>Plugz</a:t>
            </a:r>
            <a:r>
              <a:rPr lang="en-US" sz="4400" b="1" dirty="0"/>
              <a:t> </a:t>
            </a:r>
            <a:r>
              <a:rPr lang="en-US" sz="4400" dirty="0"/>
              <a:t>is a user friendly app that help’s suggests tasks or actions user’s can do in the particular time of day</a:t>
            </a:r>
          </a:p>
        </p:txBody>
      </p:sp>
    </p:spTree>
    <p:extLst>
      <p:ext uri="{BB962C8B-B14F-4D97-AF65-F5344CB8AC3E}">
        <p14:creationId xmlns:p14="http://schemas.microsoft.com/office/powerpoint/2010/main" val="260272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258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Gill Sans Ultra Bold</vt:lpstr>
      <vt:lpstr>Office Theme</vt:lpstr>
      <vt:lpstr>Social Plugz</vt:lpstr>
      <vt:lpstr>Table Of Contents</vt:lpstr>
      <vt:lpstr>Introduction</vt:lpstr>
      <vt:lpstr>Purpose of the App</vt:lpstr>
      <vt:lpstr>Features</vt:lpstr>
      <vt:lpstr>Functions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Nhlamulo Mangena</dc:creator>
  <cp:lastModifiedBy>Nhlamulo Mangena</cp:lastModifiedBy>
  <cp:revision>1</cp:revision>
  <dcterms:created xsi:type="dcterms:W3CDTF">2026-03-30T15:45:03Z</dcterms:created>
  <dcterms:modified xsi:type="dcterms:W3CDTF">2026-03-30T16:10:04Z</dcterms:modified>
</cp:coreProperties>
</file>